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of BMW Trending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Babita Tapshale</a:t>
            </a:r>
          </a:p>
          <a:p>
            <a:r>
              <a:t>BCA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BMW trending search data to understand customer interest, seasonal patterns, and market demand using data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competitive automobile industry, understanding customer interest trends helps companies make better strategic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BMW lacks real-time analytical insights into changing customer interest trends and regional demand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BMW trending data</a:t>
            </a:r>
          </a:p>
          <a:p>
            <a:r>
              <a:t>• Identify peak &amp; seasonal trends</a:t>
            </a:r>
          </a:p>
          <a:p>
            <a:r>
              <a:t>• Visualize interest patterns</a:t>
            </a:r>
          </a:p>
          <a:p>
            <a:r>
              <a:t>• Support business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time-based BMW search trend data including date, keyword, and popularity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Matplotlib</a:t>
            </a:r>
          </a:p>
          <a:p>
            <a:r>
              <a:t>Power 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Data Cleaning → Exploratory Data Analysis → Visualization →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identifies meaningful trends in BMW search behavior, helping in understanding customer demand and planning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